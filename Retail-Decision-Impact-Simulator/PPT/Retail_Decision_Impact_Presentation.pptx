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Decision Impact Simulator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Retail Strategy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Balancing pricing, cost, and experience is a challenge.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Evaluate strategic decisions using simulation.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180 days of retail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Price Increase, Discount, Staff Increase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decision impacts revenue, cost, and satisfaction.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data-driven strategies.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Better decisions lead to better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